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0" r:id="rId2"/>
    <p:sldId id="281" r:id="rId3"/>
    <p:sldId id="282" r:id="rId4"/>
    <p:sldId id="286" r:id="rId5"/>
    <p:sldId id="283" r:id="rId6"/>
    <p:sldId id="284" r:id="rId7"/>
    <p:sldId id="285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25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C76420-02CA-4613-B590-32D5E460EA00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0A387-CBF4-455A-ACB5-B72ED889FC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439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3214DC-813E-4071-9DE3-16E58F6D18F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3584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619DE-F1B1-64F2-F5BF-B73B92ACAD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EADEE4-2D7C-B28E-DFB3-75E6BFC528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9F232-7FAC-5BB4-97D3-E8B34A386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2373F-F979-449F-846F-20F2CF679C8E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CE2F1-209E-62C6-98C6-AEA653AEA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B9020-58B0-0357-8829-5522E1E5E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49B8F-BA1D-47E2-BD8A-570610E4F7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300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9040C-6952-EB3F-3E28-72B7E4074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4159E-7DF3-02BC-F79C-08686B187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3AD0F-64D9-4EE3-A0B7-A8CB4E356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2373F-F979-449F-846F-20F2CF679C8E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6A03-CE02-6908-7016-5E524EC2F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EE8E4-E2E4-6605-1E3F-F347DD02B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49B8F-BA1D-47E2-BD8A-570610E4F7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4973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EFAA6-8B6F-3514-9BC9-93C1656E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1C1C6-53A4-9D05-C3CF-162CDB520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4D94F-5174-A500-4E3F-229768125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2373F-F979-449F-846F-20F2CF679C8E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B88AD-E6FA-A0B0-7BB4-DA301595C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64A68-1489-879D-F464-2A697DDA5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49B8F-BA1D-47E2-BD8A-570610E4F7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204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3D201-6F9D-93AF-8F18-03710786D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7CE41-DFFD-34F2-DD48-9DE8BAF766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9DCEE2-05D4-2C77-C701-41D2DE786A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850D53-9FE4-9303-7D8F-FAD2A9BE4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2373F-F979-449F-846F-20F2CF679C8E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4F55B-C46D-6395-2CAC-1F09D63ED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9A8AC4-875B-F9DF-2AD6-2EC80085D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49B8F-BA1D-47E2-BD8A-570610E4F7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361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9927B-8E1A-612E-FA29-B3F936B1C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4F940-B694-10AA-F0D7-0C8888BFD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40492C-C11E-B268-4895-53513F04C1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AE0828-9D92-A08A-6708-BD41DA1155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7004D9-4762-462E-F004-79699BA64B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A32DF1-27BD-DF9B-FA5E-1AD22CAB5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2373F-F979-449F-846F-20F2CF679C8E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E40420-FBC2-F548-7CFD-2182ACFC5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36B3BD-5815-6FB2-EFBB-A2AA8EBC1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49B8F-BA1D-47E2-BD8A-570610E4F7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473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74A3E-51D4-5270-6607-2126037C1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B9AA0-E31E-E1B2-63CF-94C1B7942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2373F-F979-449F-846F-20F2CF679C8E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82692-1998-01C9-75FF-CB8BDA252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812A85-0755-7C40-8DD8-E16877FE7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49B8F-BA1D-47E2-BD8A-570610E4F7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950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C10AB7-1CFA-D747-6D4A-BCA22FD0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2373F-F979-449F-846F-20F2CF679C8E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32AEF1-DAF5-F9E4-CCF3-957EFE788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F0C7E-62B7-0836-499C-E51092F6A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49B8F-BA1D-47E2-BD8A-570610E4F7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069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55827-6FC7-8FFB-89BE-0AD5E58CA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73FC8-FDA7-3399-238E-3E44095D0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33A272-6D3A-7CB9-A186-54D818BD3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F6CBD7-4E61-ED8E-457D-E2506832E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2373F-F979-449F-846F-20F2CF679C8E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115970-AEB0-7648-7EE5-CA60B6F52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2638E-08A3-8904-EDB2-F6A51D3D9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49B8F-BA1D-47E2-BD8A-570610E4F7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053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1A6A5-BBA4-34EF-F8BF-6F3794FF1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00F39D-1788-6340-8814-BCE2FB80AE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82F5F4-9897-31AC-DA5C-849F60902D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873798-DF91-86CF-7856-516EC7F2D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2373F-F979-449F-846F-20F2CF679C8E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6A0BFC-E088-1FD7-C1CC-E7FF5CB26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F9C63-8266-57D1-AC39-A43B4686D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49B8F-BA1D-47E2-BD8A-570610E4F7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9981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3D78F-C152-09E1-4E04-D7770B040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605E43-A7F6-07D9-CB53-7DC19A40AF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20C22-B730-B927-63C4-F80BB277B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2373F-F979-449F-846F-20F2CF679C8E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A415C-3F2C-EC69-A6CC-A078FF1E3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DAE20-4268-9CB6-CF43-A5CEE3FB2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49B8F-BA1D-47E2-BD8A-570610E4F7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695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29B4AD-67B3-F5AC-E0C8-0991F03B98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437CE6-7062-B53B-EF6A-286F133C5C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26857-C369-8CF8-1A37-F81FD6390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2373F-F979-449F-846F-20F2CF679C8E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A8040-776E-65AF-A2E5-032FFEFBE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A24C5-5E8B-5AC2-4410-9D697FC2E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49B8F-BA1D-47E2-BD8A-570610E4F7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711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5AF944-9513-E1C6-D3DD-5100DD3B5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6173D-C1A4-B64B-DFD0-4512CA643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B3147-ABB2-4EED-494A-809FB7E0C7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E2373F-F979-449F-846F-20F2CF679C8E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A65A8-1985-8917-40F5-D9591D676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F8707-2ABA-45C7-BCEE-4C58DB1EE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149B8F-BA1D-47E2-BD8A-570610E4F7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868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njay3603" TargetMode="External"/><Relationship Id="rId2" Type="http://schemas.openxmlformats.org/officeDocument/2006/relationships/hyperlink" Target="http://www.linkedin.com/in/sanjay-kumar-0112ab31a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D5211CC-2709-5E5D-493F-C79877540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832"/>
            <a:ext cx="12192001" cy="68383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639277-9457-8D0E-2850-4B589E639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737" y="3568981"/>
            <a:ext cx="7412746" cy="885032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alisto MT" panose="02040603050505030304" pitchFamily="18" charset="0"/>
              </a:rPr>
              <a:t>Hand Sign Detection using Computer Vision</a:t>
            </a:r>
            <a:endParaRPr lang="en-IN" sz="2800" b="1" dirty="0">
              <a:solidFill>
                <a:srgbClr val="FF0000"/>
              </a:solidFill>
              <a:latin typeface="Calisto MT" panose="02040603050505030304" pitchFamily="18" charset="0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459BEA9-C06E-F79B-97BA-66046C35D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2787" y="4827639"/>
            <a:ext cx="3785418" cy="18091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200" b="1" dirty="0">
                <a:latin typeface="Calisto MT" panose="02040603050505030304" pitchFamily="18" charset="0"/>
              </a:rPr>
              <a:t>Name: K. Sanjay Kumar</a:t>
            </a:r>
          </a:p>
          <a:p>
            <a:pPr marL="0" indent="0">
              <a:buNone/>
            </a:pPr>
            <a:r>
              <a:rPr lang="en-IN" sz="2200" b="1" dirty="0">
                <a:latin typeface="Calisto MT" panose="02040603050505030304" pitchFamily="18" charset="0"/>
              </a:rPr>
              <a:t>Batch No : 436</a:t>
            </a:r>
          </a:p>
          <a:p>
            <a:pPr marL="0" indent="0">
              <a:buNone/>
            </a:pPr>
            <a:r>
              <a:rPr lang="en-IN" sz="2200" b="1" dirty="0">
                <a:latin typeface="Calisto MT" panose="02040603050505030304" pitchFamily="18" charset="0"/>
              </a:rPr>
              <a:t>Innomatics Research Labs</a:t>
            </a:r>
          </a:p>
          <a:p>
            <a:pPr marL="0" indent="0">
              <a:buNone/>
            </a:pPr>
            <a:r>
              <a:rPr lang="en-IN" sz="2200" b="1" dirty="0">
                <a:latin typeface="Calisto MT" panose="02040603050505030304" pitchFamily="18" charset="0"/>
              </a:rPr>
              <a:t>Dilsukhnagar</a:t>
            </a:r>
          </a:p>
        </p:txBody>
      </p:sp>
    </p:spTree>
    <p:extLst>
      <p:ext uri="{BB962C8B-B14F-4D97-AF65-F5344CB8AC3E}">
        <p14:creationId xmlns:p14="http://schemas.microsoft.com/office/powerpoint/2010/main" val="1873724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F59173-B552-2672-5DC1-9D5068F16D86}"/>
              </a:ext>
            </a:extLst>
          </p:cNvPr>
          <p:cNvSpPr txBox="1"/>
          <p:nvPr/>
        </p:nvSpPr>
        <p:spPr>
          <a:xfrm>
            <a:off x="1120878" y="334297"/>
            <a:ext cx="274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About me: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660149-8AE8-75BF-D932-2354B3B8FC51}"/>
              </a:ext>
            </a:extLst>
          </p:cNvPr>
          <p:cNvSpPr txBox="1"/>
          <p:nvPr/>
        </p:nvSpPr>
        <p:spPr>
          <a:xfrm>
            <a:off x="1120878" y="1327356"/>
            <a:ext cx="97732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Hello, I’am Sanjay Kumar,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I’am have been recently graduated from Computer Science and Engineering Data Science from Vignana Bharathi Institute Of Technology.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I’am passionate about analyzing data to solve real-world problems and excited to combine programming, statistics, and machine learning to extract meaningful insights.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LinkedIN: </a:t>
            </a:r>
            <a:r>
              <a:rPr lang="en-IN" sz="2400" dirty="0">
                <a:hlinkClick r:id="rId2"/>
              </a:rPr>
              <a:t>www.linkedin.com/in/sanjay-kumar-0112ab31a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https://github.com/sanjay3603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161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7581C-FABF-4AA0-AD02-B6CA4B2BC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2901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FF0000"/>
                </a:solidFill>
                <a:latin typeface="Bookman Old Style" panose="02050604050505020204" pitchFamily="18" charset="0"/>
              </a:rPr>
              <a:t>Introduction: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EBCA16-3FB5-892D-2C8C-689C4843B0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22798"/>
            <a:ext cx="1070735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 sign recognition is an important technology for improving communication accessibility.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detecting and recognizing A–Z hand gestures in real time using computer vision and deep learning.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processes live webcam input and displays the predicted alphabet clearly to the user.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 we are going to use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CRISP-ML(Q) Methodology.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493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Generated image">
            <a:extLst>
              <a:ext uri="{FF2B5EF4-FFF2-40B4-BE49-F238E27FC236}">
                <a16:creationId xmlns:a16="http://schemas.microsoft.com/office/drawing/2014/main" id="{49CB13B9-5FCB-F18C-FD50-F4B34527A8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2" descr="Generated image">
            <a:extLst>
              <a:ext uri="{FF2B5EF4-FFF2-40B4-BE49-F238E27FC236}">
                <a16:creationId xmlns:a16="http://schemas.microsoft.com/office/drawing/2014/main" id="{E43D3B1C-BF70-0591-5D5A-28C3F6567E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Generated image">
            <a:extLst>
              <a:ext uri="{FF2B5EF4-FFF2-40B4-BE49-F238E27FC236}">
                <a16:creationId xmlns:a16="http://schemas.microsoft.com/office/drawing/2014/main" id="{72CE4B8F-28E1-7F20-CC24-7DE7C241ED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9A2B1D-AB06-F8AF-178B-4845F33BE3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9587" y="306029"/>
            <a:ext cx="4163961" cy="62459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768015C-E9FD-A543-4326-B9D4F29C5B60}"/>
              </a:ext>
            </a:extLst>
          </p:cNvPr>
          <p:cNvSpPr txBox="1"/>
          <p:nvPr/>
        </p:nvSpPr>
        <p:spPr>
          <a:xfrm>
            <a:off x="196644" y="306029"/>
            <a:ext cx="6135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CRISP-ML(Q) Methodology :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005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73C48-256E-15DC-A72E-1455E929C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FF0000"/>
                </a:solidFill>
                <a:latin typeface="Bookman Old Style" panose="02050604050505020204" pitchFamily="18" charset="0"/>
              </a:rPr>
              <a:t>Business Problem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EC3FC-5BA8-3205-B6C4-0CED76FDA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9316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barriers remain a major challenge for individuals who rely on hand signs or sign language.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people and digital systems are not equipped to understand hand gestures, limiting effective interaction.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growing need for an intelligent, real-time solution that can automatically recognize and interpret hand signs to improve accessibility and human–computer communication.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8169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57A51-A496-8C0F-6682-448FE4D08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6131"/>
            <a:ext cx="10515600" cy="913069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FF0000"/>
                </a:solidFill>
                <a:latin typeface="Bookman Old Style" panose="02050604050505020204" pitchFamily="18" charset="0"/>
              </a:rPr>
              <a:t>Project Objective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7A132-E6F0-3ACE-8E51-BFB47A125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implement a real-time hand sign detection system using computer vision techniques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accurately recognize A–Z hand gestures from live webcam input using a trained deep learning model.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accessibility and intuitive human–computer interaction through gesture-based recognition.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9218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BC558-0628-0206-560B-6EB5E5CAC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5585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FF0000"/>
                </a:solidFill>
                <a:latin typeface="Bookman Old Style" panose="02050604050505020204" pitchFamily="18" charset="0"/>
              </a:rPr>
              <a:t>Project Focus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3032B-A71A-AFED-66C1-3B385D84F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7355"/>
            <a:ext cx="10515600" cy="484960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hand sign recognition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computer vision and deep learning.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Accurately identify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A–Z hand gestures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live webcam input through preprocessing and classification.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visual feedback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stable performance, and usability for accessibility-focused applications.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919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8BF17-9E16-81E2-B727-89A3499C9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526" y="79990"/>
            <a:ext cx="10624984" cy="696760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Technologies</a:t>
            </a:r>
            <a:r>
              <a:rPr lang="en-I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Used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EAE6C-BE1A-C9E7-D0AF-58CD98C19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009" y="675251"/>
            <a:ext cx="10734368" cy="46672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as the core programming language for developing the entire hand sign detection system.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data processing, model integration, and overall application control.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access the webcam and capture real-time video frames.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responsible for image preprocessing, drawing bounding boxes, and displaying prediction results.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MediaPipe 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real-time hand detection and extraction of hand landmark points.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accurate and efficient hand tracking required for gesture recognition.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CVZone 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as a high-level wrapper over MediaPipe to simplify hand tracking and bounding box extraction.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reduce code complexity and improves development speed.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/ Keras 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build and load the classification model.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hand sign recognition by predicting alphabets from processed images.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technologies work together to enable accurate, real-time hand sign detection and alphabet recognition using computer vision.</a:t>
            </a:r>
          </a:p>
        </p:txBody>
      </p:sp>
    </p:spTree>
    <p:extLst>
      <p:ext uri="{BB962C8B-B14F-4D97-AF65-F5344CB8AC3E}">
        <p14:creationId xmlns:p14="http://schemas.microsoft.com/office/powerpoint/2010/main" val="3667463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6CCF2A-48BA-F349-8A27-5867632CB6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253" y="402589"/>
            <a:ext cx="4248882" cy="5588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331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1715B-1131-F28B-2A91-86EB7CC98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362" y="247138"/>
            <a:ext cx="10515600" cy="708759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FF0000"/>
                </a:solidFill>
                <a:latin typeface="Bookman Old Style" panose="02050604050505020204" pitchFamily="18" charset="0"/>
              </a:rPr>
              <a:t>System Architecture 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E71CFB5-DC96-208F-F78F-0910B33A9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281" y="1179411"/>
            <a:ext cx="10183762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Live video stream is captured using a standard webcam for real-time processing.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MediaPipe-based hand detection identifies the hand region and extracts bounding box coordinates.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detected hand is cropped, resized to a fixed dimension (300×300), and normalized for consistency.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 trained CNN (Keras .h5 model) classifies the preprocessed image into one of the A–Z hand sign classes.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predicted alphabet is displayed clearly on the live video feed along with a reference hand sign chart.</a:t>
            </a:r>
          </a:p>
        </p:txBody>
      </p:sp>
    </p:spTree>
    <p:extLst>
      <p:ext uri="{BB962C8B-B14F-4D97-AF65-F5344CB8AC3E}">
        <p14:creationId xmlns:p14="http://schemas.microsoft.com/office/powerpoint/2010/main" val="2039549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C003E-8F9E-9BA8-D46F-27397D6DC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754" y="138984"/>
            <a:ext cx="10515600" cy="972062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FF0000"/>
                </a:solidFill>
                <a:latin typeface="Bookman Old Style" panose="02050604050505020204" pitchFamily="18" charset="0"/>
              </a:rPr>
              <a:t>Hand Sign Detection Working 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71B059D-CA95-18AC-726C-275DFDBCAE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3737" y="1228397"/>
            <a:ext cx="105156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 Capture: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webcam continuously captures live video frames of the user’s hand gestures.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 Detection &amp; Cropping: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MediaPipe-based hand tracking detects the hand and extracts the region of interest (ROI).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cropped hand image is resized, centered, and normalized to a fixed input size (300×300).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Inference: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preprocessed image is passed to a trained deep learning (CNN) model for classification.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 Display: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predicted alphabet (A–Z) is displayed in real time with a clear visual overlay.</a:t>
            </a:r>
          </a:p>
        </p:txBody>
      </p:sp>
    </p:spTree>
    <p:extLst>
      <p:ext uri="{BB962C8B-B14F-4D97-AF65-F5344CB8AC3E}">
        <p14:creationId xmlns:p14="http://schemas.microsoft.com/office/powerpoint/2010/main" val="3657134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Generated image">
            <a:extLst>
              <a:ext uri="{FF2B5EF4-FFF2-40B4-BE49-F238E27FC236}">
                <a16:creationId xmlns:a16="http://schemas.microsoft.com/office/drawing/2014/main" id="{0920B87B-2E4F-6FCF-6E83-6676D1B5B1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76BF95-22B4-F065-A4E1-885E845F4B8D}"/>
              </a:ext>
            </a:extLst>
          </p:cNvPr>
          <p:cNvSpPr txBox="1"/>
          <p:nvPr/>
        </p:nvSpPr>
        <p:spPr>
          <a:xfrm>
            <a:off x="275303" y="78658"/>
            <a:ext cx="2113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  <a:latin typeface="Bookman Old Style" panose="02050604050505020204" pitchFamily="18" charset="0"/>
              </a:rPr>
              <a:t>Output 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7A0072-ACAC-D06A-685D-CCFE80067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1448" y="299392"/>
            <a:ext cx="5089103" cy="2669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83E88C-4967-3383-85CD-F72D9CF9C7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1448" y="3429000"/>
            <a:ext cx="5089102" cy="2630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796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70547-4928-3A2D-7104-3F2D45CC0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574" y="214670"/>
            <a:ext cx="10515600" cy="84721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Bookman Old Style" panose="02050604050505020204" pitchFamily="18" charset="0"/>
              </a:rPr>
              <a:t>Key Features :</a:t>
            </a:r>
            <a:endParaRPr lang="en-IN" sz="36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9D2CD-7450-2D56-8891-6103DFEF8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hand gesture recognition using webcam input.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detection of A–Z hand signs through deep learning.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 region cropping and normalization for consistent predictions.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visual feedback with bounding box and predicted label.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chart displayed for user guidance and learning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447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7B27D-1B44-B9AA-F12E-CAF0BF204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88" y="197976"/>
            <a:ext cx="10515600" cy="71642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Bookman Old Style" panose="02050604050505020204" pitchFamily="18" charset="0"/>
              </a:rPr>
              <a:t>Challenges Faced :</a:t>
            </a:r>
            <a:endParaRPr lang="en-IN" sz="36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3512D-21F0-E49A-4BB2-6B0E5736A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7026" y="1253331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hand gestures causing misclassification between letters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Sensitivity to lighting conditions and background noise.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imbalance across different alphabets.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compatibility and environment dependency issues.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real-time performance with accurate predictions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3166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6AF6E-E3F7-B7AC-3138-9C1D14134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317909"/>
            <a:ext cx="10515600" cy="72625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Bookman Old Style" panose="02050604050505020204" pitchFamily="18" charset="0"/>
              </a:rPr>
              <a:t>Applications :</a:t>
            </a:r>
            <a:endParaRPr lang="en-IN" sz="36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2AFAA-CF00-73CD-FEEB-3BA5F6250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Assistive communication tools for speech and hearing-impaired users.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learning platforms for sign language education.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Gesture-based human–computer interaction systems.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 solutions in healthcare and public services.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 for advanced AI-based communication interfaces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245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3ED00-DC39-E924-66FB-637E3B1AE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581" y="303161"/>
            <a:ext cx="10515600" cy="75575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Bookman Old Style" panose="02050604050505020204" pitchFamily="18" charset="0"/>
              </a:rPr>
              <a:t>Conclusion :</a:t>
            </a:r>
            <a:endParaRPr lang="en-IN" sz="36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28E55-38D5-FAF6-B971-1EEA99E84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implemented a real-time hand sign detection system.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effective use of computer vision and deep learning.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understanding of model training and deployment workflows.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Highlighted AI’s potential in accessibility-focused applications.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scope for future enhancements and real-world deployment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764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866</Words>
  <Application>Microsoft Office PowerPoint</Application>
  <PresentationFormat>Widescreen</PresentationFormat>
  <Paragraphs>123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Bookman Old Style</vt:lpstr>
      <vt:lpstr>Calibri</vt:lpstr>
      <vt:lpstr>Calibri Light</vt:lpstr>
      <vt:lpstr>Calisto MT</vt:lpstr>
      <vt:lpstr>Libre Baskerville</vt:lpstr>
      <vt:lpstr>Times New Roman</vt:lpstr>
      <vt:lpstr>Office Theme</vt:lpstr>
      <vt:lpstr>Hand Sign Detection using Computer Vision</vt:lpstr>
      <vt:lpstr>PowerPoint Presentation</vt:lpstr>
      <vt:lpstr>Introduction:</vt:lpstr>
      <vt:lpstr>PowerPoint Presentation</vt:lpstr>
      <vt:lpstr>Business Problem :</vt:lpstr>
      <vt:lpstr>Project Objective :</vt:lpstr>
      <vt:lpstr>Project Focus :</vt:lpstr>
      <vt:lpstr>Technologies Used :</vt:lpstr>
      <vt:lpstr>PowerPoint Presentation</vt:lpstr>
      <vt:lpstr>System Architecture :</vt:lpstr>
      <vt:lpstr>Hand Sign Detection Working :</vt:lpstr>
      <vt:lpstr>PowerPoint Presentation</vt:lpstr>
      <vt:lpstr>Key Features :</vt:lpstr>
      <vt:lpstr>Challenges Faced :</vt:lpstr>
      <vt:lpstr>Applications :</vt:lpstr>
      <vt:lpstr>Conclusion 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kamuni sanjay</dc:creator>
  <cp:lastModifiedBy>kamuni sanjay</cp:lastModifiedBy>
  <cp:revision>10</cp:revision>
  <dcterms:created xsi:type="dcterms:W3CDTF">2026-02-10T09:47:48Z</dcterms:created>
  <dcterms:modified xsi:type="dcterms:W3CDTF">2026-02-14T07:56:29Z</dcterms:modified>
</cp:coreProperties>
</file>